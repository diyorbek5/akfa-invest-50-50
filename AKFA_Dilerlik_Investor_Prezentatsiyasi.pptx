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9.04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— копия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 — копия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9.04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+249%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3.28%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753.3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— копия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2026-10-18T14:17:34Z</dcterms:created>
  <dcterms:modified xsi:type="dcterms:W3CDTF">2026-10-18T14:17:34Z</dcterms:modified>
</cp:coreProperties>
</file>